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502920"/>
            <a:ext cx="2194560" cy="2194560"/>
          </a:xfrm>
          <a:prstGeom prst="ellipse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371600" cy="1371600"/>
          </a:xfrm>
          <a:prstGeom prst="ellipse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743200"/>
            <a:ext cx="2468880" cy="2468880"/>
          </a:xfrm>
          <a:prstGeom prst="ellipse">
            <a:avLst/>
          </a:prstGeom>
          <a:solidFill>
            <a:srgbClr val="1B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52560" y="12344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60" y="12344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09760" y="12344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38360" y="12344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0" y="12344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95560" y="12344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60" y="12344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0" y="14630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14630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14630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966960" y="14630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95560" y="14630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24160" y="14630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60" y="16916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6916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38360" y="16916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16916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24160" y="16916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9202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9202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38360" y="19202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95560" y="19202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24160" y="19202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21488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81160" y="21488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21488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21488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95560" y="21488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24160" y="21488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23774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81160" y="23774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38360" y="23774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66960" y="23774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24160" y="23774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60" y="26060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81160" y="26060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09760" y="26060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38360" y="26060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66960" y="26060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95560" y="2606040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24160" y="2606040"/>
            <a:ext cx="164592" cy="164592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960120"/>
            <a:ext cx="54864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5C4D6"/>
                </a:solidFill>
                <a:latin typeface="Aptos"/>
              </a:rPr>
              <a:t>PYTHON PROJECT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1417320"/>
            <a:ext cx="667512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QR Code
Generator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3108960"/>
            <a:ext cx="658368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DCE6F4"/>
                </a:solidFill>
                <a:latin typeface="Aptos"/>
              </a:rPr>
              <a:t>A simple application to generate QR codes using CLI and GUI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160520"/>
            <a:ext cx="6629400" cy="1600200"/>
          </a:xfrm>
          <a:prstGeom prst="roundRect">
            <a:avLst/>
          </a:prstGeom>
          <a:solidFill>
            <a:srgbClr val="1C2D4A"/>
          </a:solidFill>
          <a:ln>
            <a:solidFill>
              <a:srgbClr val="405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" y="4370832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SUBMITTED BY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" y="4645152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Patel Dax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" y="5010912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CE6F4"/>
                </a:solidFill>
                <a:latin typeface="Aptos"/>
              </a:rPr>
              <a:t>Enrollment No.: 12402080601023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" y="5321808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CE6F4"/>
                </a:solidFill>
                <a:latin typeface="Aptos"/>
              </a:rPr>
              <a:t>IT-A  |  Batch: 1B8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5212080"/>
            <a:ext cx="36576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PYTHON  •  TKINTER  •  QRCODE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What the application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182880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27048"/>
            <a:ext cx="64008" cy="1609344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563624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47672"/>
            <a:ext cx="3136392" cy="122529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Create a QR code from text, a website link, or other user-provided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182880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527048"/>
            <a:ext cx="64008" cy="160934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563624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Two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1947672"/>
            <a:ext cx="3136392" cy="122529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CLI mode uses terminal input. GUI mode provides a simple window and input 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520440" cy="182880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27048"/>
            <a:ext cx="64008" cy="1609344"/>
          </a:xfrm>
          <a:prstGeom prst="rect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563624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3136392" cy="122529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The generated QR image is saved as a PNG file on the computer.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332720" cy="7315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Aptos"/>
              </a:rPr>
              <a:t>A QR code stores information in a two-dimensional pattern that can be scanned by a compatible device.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5C4D6"/>
                </a:solidFill>
                <a:latin typeface="Aptos"/>
              </a:rPr>
              <a:t>Example outputs:  cli_qr.png  •  gui_qr.png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Learning goals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64008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•  Generate QR codes from user-entered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64008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•  Practice Python functions and conditional 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15184"/>
            <a:ext cx="64008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•  Use the qrcode library to create QR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36976"/>
            <a:ext cx="64008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•  Build a graphical interface with Tkinter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58768"/>
            <a:ext cx="64008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•  Validate empty input and show helpful 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80560"/>
            <a:ext cx="64008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•  Save generated QR codes as PNG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508760"/>
            <a:ext cx="3566160" cy="96012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618488"/>
            <a:ext cx="64008" cy="740664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7576" y="1655063"/>
            <a:ext cx="3200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6" y="2039112"/>
            <a:ext cx="3182112" cy="3566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Text or 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487168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5C4D6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852928"/>
            <a:ext cx="3566160" cy="96012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2962656"/>
            <a:ext cx="64008" cy="74066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2999232"/>
            <a:ext cx="3200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3383280"/>
            <a:ext cx="3182112" cy="3566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Encode data into a QR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840480"/>
            <a:ext cx="457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5C4D6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206240"/>
            <a:ext cx="3566160" cy="96012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4315968"/>
            <a:ext cx="64008" cy="740664"/>
          </a:xfrm>
          <a:prstGeom prst="rect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6" y="4352544"/>
            <a:ext cx="3200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4736592"/>
            <a:ext cx="3182112" cy="3566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Save QR image as 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Libraries and concepts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132588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27048"/>
            <a:ext cx="64008" cy="1106424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5636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947672"/>
            <a:ext cx="4828032" cy="72237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Main programming language used to write the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32588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27048"/>
            <a:ext cx="64008" cy="110642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5636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qrcode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947672"/>
            <a:ext cx="4828032" cy="72237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Creates the QR matrix and prepares the image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5212080" cy="132588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72968"/>
            <a:ext cx="64008" cy="1106424"/>
          </a:xfrm>
          <a:prstGeom prst="rect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20954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Tkinter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93592"/>
            <a:ext cx="4828032" cy="72237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Python GUI toolkit for windows, labels, entry boxes, and buttons.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63240"/>
            <a:ext cx="5212080" cy="132588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172968"/>
            <a:ext cx="64008" cy="1106424"/>
          </a:xfrm>
          <a:prstGeom prst="rect">
            <a:avLst/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320954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Pillow (PIL)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593592"/>
            <a:ext cx="4828032" cy="72237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Supports rendering and saving QR images as PNG files.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5C4D6"/>
                </a:solidFill>
                <a:latin typeface="Aptos"/>
              </a:rPr>
              <a:t>Install required package:  pip install "qrcode[pil]"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Application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From user input to saved QR image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640080" cy="640080"/>
          </a:xfrm>
          <a:prstGeom prst="ellipse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47672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1F3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70048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Choose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828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DCE6F4"/>
                </a:solidFill>
                <a:latin typeface="Aptos"/>
              </a:rPr>
              <a:t>CLI or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38528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25C4D6"/>
                </a:solidFill>
                <a:latin typeface="Aptos"/>
              </a:rP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1828800"/>
            <a:ext cx="640080" cy="640080"/>
          </a:xfrm>
          <a:prstGeom prst="ellipse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947672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1F3A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70048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Enter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108960"/>
            <a:ext cx="1828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DCE6F4"/>
                </a:solidFill>
                <a:latin typeface="Aptos"/>
              </a:rPr>
              <a:t>Text /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25C4D6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1828800"/>
            <a:ext cx="640080" cy="640080"/>
          </a:xfrm>
          <a:prstGeom prst="ellipse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947672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1F3A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670048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108960"/>
            <a:ext cx="1828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DCE6F4"/>
                </a:solidFill>
                <a:latin typeface="Aptos"/>
              </a:rPr>
              <a:t>Check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938528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25C4D6"/>
                </a:solidFill>
                <a:latin typeface="Aptos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1828800"/>
            <a:ext cx="640080" cy="640080"/>
          </a:xfrm>
          <a:prstGeom prst="ellipse">
            <a:avLst/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947672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1F3A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670048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108960"/>
            <a:ext cx="1828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DCE6F4"/>
                </a:solidFill>
                <a:latin typeface="Aptos"/>
              </a:rPr>
              <a:t>Build QR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38528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25C4D6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332720" y="1828800"/>
            <a:ext cx="640080" cy="640080"/>
          </a:xfrm>
          <a:prstGeom prst="ellipse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0" y="1947672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21F3A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670048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108960"/>
            <a:ext cx="18288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DCE6F4"/>
                </a:solidFill>
                <a:latin typeface="Aptos"/>
              </a:rPr>
              <a:t>Write PNG 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4251960"/>
            <a:ext cx="8503920" cy="105156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4361688"/>
            <a:ext cx="64008" cy="832103"/>
          </a:xfrm>
          <a:prstGeom prst="rect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48256" y="4398264"/>
            <a:ext cx="813816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48256" y="4782312"/>
            <a:ext cx="8119872" cy="448055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A PNG file is created in the current working directory.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CLI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Command Line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5C4D6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8463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Prompts the user to enter data in the terminal.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96312"/>
            <a:ext cx="48463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Rejects empty input and prints a warning.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9544"/>
            <a:ext cx="48463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Creates a QR object with high error correction.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22776"/>
            <a:ext cx="48463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Saves the image as cli_qr.png.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5440680" cy="4434840"/>
          </a:xfrm>
          <a:prstGeom prst="roundRect">
            <a:avLst/>
          </a:prstGeom>
          <a:solidFill>
            <a:srgbClr val="0A1324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4983480" cy="4023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EEBE1"/>
                </a:solidFill>
                <a:latin typeface="Consolas"/>
              </a:rPr>
              <a:t>data = input("Enter data for QR Code: ")
qr = qrcode.QRCode(
    version=1,
    error_correction=qrcode.constants.ERROR_CORRECT_H,
    box_size=10,
    border=4
)
qr.add_data(data)
qr.make(fit=True)
img = qr.make_image(fill_color="black",
                    back_color="white")
img.save("cli_qr.png")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GUI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Graphical User Interface with Tkinter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292608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5C4D6"/>
                </a:solidFill>
                <a:latin typeface="Aptos"/>
              </a:rPr>
              <a:t>GUI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8920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Tk() creates the main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32304"/>
            <a:ext cx="48920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Label() displays the instruction.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35808"/>
            <a:ext cx="48920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Entry() accepts text or a URL.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39312"/>
            <a:ext cx="48920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Button() calls generate_qr_gui().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42816"/>
            <a:ext cx="48920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•  messagebox shows error or success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297680" cy="3474720"/>
          </a:xfrm>
          <a:prstGeom prst="roundRect">
            <a:avLst/>
          </a:prstGeom>
          <a:solidFill>
            <a:srgbClr val="F7F9FC"/>
          </a:solidFill>
          <a:ln>
            <a:solidFill>
              <a:srgbClr val="AE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4297680" cy="438912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90472"/>
            <a:ext cx="365760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QR Code Generator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48840"/>
            <a:ext cx="347472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22B3A"/>
                </a:solidFill>
                <a:latin typeface="Aptos"/>
              </a:rPr>
              <a:t>Enter data: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560320"/>
            <a:ext cx="3474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AE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79192"/>
            <a:ext cx="31089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47182"/>
                </a:solidFill>
                <a:latin typeface="Aptos"/>
              </a:rPr>
              <a:t>https://example.com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429000"/>
            <a:ext cx="1920240" cy="548640"/>
          </a:xfrm>
          <a:prstGeom prst="roundRect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575304"/>
            <a:ext cx="17373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Generate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251960"/>
            <a:ext cx="34747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2A66E"/>
                </a:solidFill>
                <a:latin typeface="Aptos"/>
              </a:rPr>
              <a:t>Output saved as gui_qr.png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Important Code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Key functions and their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12344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35607"/>
            <a:ext cx="64008" cy="1014984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47218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qrcode.QRCode()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856231"/>
            <a:ext cx="4828032" cy="6309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Creates a configurable QR code object.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12344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35607"/>
            <a:ext cx="64008" cy="101498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47218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add_data(data)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856231"/>
            <a:ext cx="4828032" cy="6309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Adds the text or URL to encode.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39"/>
            <a:ext cx="5212080" cy="12344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4368"/>
            <a:ext cx="64008" cy="1014984"/>
          </a:xfrm>
          <a:prstGeom prst="rect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98094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make(fit=True)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364991"/>
            <a:ext cx="4828032" cy="6309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Adjusts QR version to fit the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34639"/>
            <a:ext cx="5212080" cy="12344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944368"/>
            <a:ext cx="64008" cy="1014984"/>
          </a:xfrm>
          <a:prstGeom prst="rect">
            <a:avLst/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98094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make_image()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364991"/>
            <a:ext cx="4828032" cy="6309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Converts the QR pattern into an image.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5212080" cy="12344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453128"/>
            <a:ext cx="64008" cy="1014984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48970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img.save()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873752"/>
            <a:ext cx="4828032" cy="6309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Stores the image as a file.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343400"/>
            <a:ext cx="5212080" cy="12344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453128"/>
            <a:ext cx="64008" cy="101498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448970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messagebox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4873752"/>
            <a:ext cx="4828032" cy="6309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CE6F4"/>
                </a:solidFill>
                <a:latin typeface="Aptos"/>
              </a:rPr>
              <a:t>Displays error and success dialogs.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Output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Basic test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640080" cy="713232"/>
          </a:xfrm>
          <a:prstGeom prst="rect">
            <a:avLst/>
          </a:prstGeom>
          <a:solidFill>
            <a:srgbClr val="2363B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463040"/>
            <a:ext cx="3017520" cy="713232"/>
          </a:xfrm>
          <a:prstGeom prst="rect">
            <a:avLst/>
          </a:prstGeom>
          <a:solidFill>
            <a:srgbClr val="2363B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2926079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Test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4663440" cy="713232"/>
          </a:xfrm>
          <a:prstGeom prst="rect">
            <a:avLst/>
          </a:prstGeom>
          <a:solidFill>
            <a:srgbClr val="2363B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457200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1463040"/>
            <a:ext cx="1828800" cy="713232"/>
          </a:xfrm>
          <a:prstGeom prst="rect">
            <a:avLst/>
          </a:prstGeom>
          <a:solidFill>
            <a:srgbClr val="2363B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645920"/>
            <a:ext cx="173736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76272"/>
            <a:ext cx="640080" cy="713232"/>
          </a:xfrm>
          <a:prstGeom prst="rect">
            <a:avLst/>
          </a:prstGeom>
          <a:solidFill>
            <a:srgbClr val="1E2F4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59152"/>
            <a:ext cx="54864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2176272"/>
            <a:ext cx="3017520" cy="713232"/>
          </a:xfrm>
          <a:prstGeom prst="rect">
            <a:avLst/>
          </a:prstGeom>
          <a:solidFill>
            <a:srgbClr val="1E2F4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59152"/>
            <a:ext cx="2926079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CLI with valid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176272"/>
            <a:ext cx="4663440" cy="713232"/>
          </a:xfrm>
          <a:prstGeom prst="rect">
            <a:avLst/>
          </a:prstGeom>
          <a:solidFill>
            <a:srgbClr val="1E2F4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59152"/>
            <a:ext cx="457200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QR generated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176272"/>
            <a:ext cx="1828800" cy="713232"/>
          </a:xfrm>
          <a:prstGeom prst="rect">
            <a:avLst/>
          </a:prstGeom>
          <a:solidFill>
            <a:srgbClr val="1E2F4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359152"/>
            <a:ext cx="173736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To verify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889504"/>
            <a:ext cx="640080" cy="713232"/>
          </a:xfrm>
          <a:prstGeom prst="rect">
            <a:avLst/>
          </a:prstGeom>
          <a:solidFill>
            <a:srgbClr val="182741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72384"/>
            <a:ext cx="54864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2889504"/>
            <a:ext cx="3017520" cy="713232"/>
          </a:xfrm>
          <a:prstGeom prst="rect">
            <a:avLst/>
          </a:prstGeom>
          <a:solidFill>
            <a:srgbClr val="182741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072384"/>
            <a:ext cx="2926079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GUI with valid URL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889504"/>
            <a:ext cx="4663440" cy="713232"/>
          </a:xfrm>
          <a:prstGeom prst="rect">
            <a:avLst/>
          </a:prstGeom>
          <a:solidFill>
            <a:srgbClr val="182741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072384"/>
            <a:ext cx="457200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gui_qr.png saved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2889504"/>
            <a:ext cx="1828800" cy="713232"/>
          </a:xfrm>
          <a:prstGeom prst="rect">
            <a:avLst/>
          </a:prstGeom>
          <a:solidFill>
            <a:srgbClr val="182741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072384"/>
            <a:ext cx="173736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To verify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3602736"/>
            <a:ext cx="640080" cy="713232"/>
          </a:xfrm>
          <a:prstGeom prst="rect">
            <a:avLst/>
          </a:prstGeom>
          <a:solidFill>
            <a:srgbClr val="1E2F4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85615"/>
            <a:ext cx="54864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3602736"/>
            <a:ext cx="3017520" cy="713232"/>
          </a:xfrm>
          <a:prstGeom prst="rect">
            <a:avLst/>
          </a:prstGeom>
          <a:solidFill>
            <a:srgbClr val="1E2F4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785615"/>
            <a:ext cx="2926079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Empty GUI input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02736"/>
            <a:ext cx="4663440" cy="713232"/>
          </a:xfrm>
          <a:prstGeom prst="rect">
            <a:avLst/>
          </a:prstGeom>
          <a:solidFill>
            <a:srgbClr val="1E2F4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785615"/>
            <a:ext cx="457200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Error message shown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40" y="3602736"/>
            <a:ext cx="1828800" cy="713232"/>
          </a:xfrm>
          <a:prstGeom prst="rect">
            <a:avLst/>
          </a:prstGeom>
          <a:solidFill>
            <a:srgbClr val="1E2F4E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3785615"/>
            <a:ext cx="173736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To verify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315968"/>
            <a:ext cx="640080" cy="713232"/>
          </a:xfrm>
          <a:prstGeom prst="rect">
            <a:avLst/>
          </a:prstGeom>
          <a:solidFill>
            <a:srgbClr val="182741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498848"/>
            <a:ext cx="54864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25880" y="4315968"/>
            <a:ext cx="3017520" cy="713232"/>
          </a:xfrm>
          <a:prstGeom prst="rect">
            <a:avLst/>
          </a:prstGeom>
          <a:solidFill>
            <a:srgbClr val="182741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4498848"/>
            <a:ext cx="2926079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Invalid menu choice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4315968"/>
            <a:ext cx="4663440" cy="713232"/>
          </a:xfrm>
          <a:prstGeom prst="rect">
            <a:avLst/>
          </a:prstGeom>
          <a:solidFill>
            <a:srgbClr val="182741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498848"/>
            <a:ext cx="457200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Invalid choice printed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4315968"/>
            <a:ext cx="1828800" cy="713232"/>
          </a:xfrm>
          <a:prstGeom prst="rect">
            <a:avLst/>
          </a:prstGeom>
          <a:solidFill>
            <a:srgbClr val="182741"/>
          </a:solidFill>
          <a:ln>
            <a:solidFill>
              <a:srgbClr val="415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4498848"/>
            <a:ext cx="1737360" cy="32918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To 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02920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5C4D6"/>
                </a:solidFill>
                <a:latin typeface="Aptos"/>
              </a:rPr>
              <a:t>Run the program on your computer to confirm each test result.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Project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32918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27048"/>
            <a:ext cx="64008" cy="3072384"/>
          </a:xfrm>
          <a:prstGeom prst="rect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5636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947672"/>
            <a:ext cx="4828032" cy="26883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• Easy to use
• Supports terminal and GUI interaction
• Saves QR codes as image files
• Useful for URLs, text, and contact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32918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27048"/>
            <a:ext cx="64008" cy="3072384"/>
          </a:xfrm>
          <a:prstGeom prst="rect">
            <a:avLst/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3096" y="1563624"/>
            <a:ext cx="48463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947672"/>
            <a:ext cx="4828032" cy="26883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DCE6F4"/>
                </a:solidFill>
                <a:latin typeface="Aptos"/>
              </a:rPr>
              <a:t>• Generates basic QR images only
• Output filenames are fixed
• No preview inside the application
• Existing files with the same name may be overwritten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5C4D6"/>
                </a:solidFill>
                <a:latin typeface="Aptos"/>
              </a:rPr>
              <a:t>Possible improvements: custom filenames, QR preview, color selection, and a save-location dialog.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32104"/>
            <a:ext cx="1097280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5C4D6"/>
                </a:solidFill>
                <a:latin typeface="Aptos"/>
              </a:rPr>
              <a:t>Summary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32720" cy="8229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The QR Code Generator demonstrates how Python libraries can be combined to build a useful utility.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88920"/>
            <a:ext cx="3108960" cy="14630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898648"/>
            <a:ext cx="64008" cy="1243584"/>
          </a:xfrm>
          <a:prstGeom prst="rect">
            <a:avLst/>
          </a:prstGeom>
          <a:solidFill>
            <a:srgbClr val="25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2935224"/>
            <a:ext cx="27432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3319272"/>
            <a:ext cx="2724912" cy="8595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6F4"/>
                </a:solidFill>
                <a:latin typeface="Aptos"/>
              </a:rPr>
              <a:t>Fast text-based interaction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88920"/>
            <a:ext cx="3108960" cy="14630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2898648"/>
            <a:ext cx="64008" cy="1243584"/>
          </a:xfrm>
          <a:prstGeom prst="rect">
            <a:avLst/>
          </a:prstGeom>
          <a:solidFill>
            <a:srgbClr val="236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2935224"/>
            <a:ext cx="27432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GUI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3319272"/>
            <a:ext cx="2724912" cy="8595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6F4"/>
                </a:solidFill>
                <a:latin typeface="Aptos"/>
              </a:rPr>
              <a:t>User-friendly Tkinter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88920"/>
            <a:ext cx="3108960" cy="1463040"/>
          </a:xfrm>
          <a:prstGeom prst="roundRect">
            <a:avLst/>
          </a:prstGeom>
          <a:solidFill>
            <a:srgbClr val="1E2F4E"/>
          </a:solidFill>
          <a:ln>
            <a:solidFill>
              <a:srgbClr val="3C5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898648"/>
            <a:ext cx="64008" cy="1243584"/>
          </a:xfrm>
          <a:prstGeom prst="rect">
            <a:avLst/>
          </a:prstGeom>
          <a:solidFill>
            <a:srgbClr val="22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935224"/>
            <a:ext cx="27432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PNG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3319272"/>
            <a:ext cx="2724912" cy="85953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6F4"/>
                </a:solidFill>
                <a:latin typeface="Aptos"/>
              </a:rPr>
              <a:t>QR image saved locally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25C4D6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4B7D3"/>
                </a:solidFill>
                <a:latin typeface="Aptos"/>
              </a:rPr>
              <a:t>QR CODE GENERATOR  •  PATEL DAX  •  IT-A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25C4D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